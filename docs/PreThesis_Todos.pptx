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KlimaCrawler — Vorarbeiten vor Beginn der Bachelorarbeit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50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CC"/>
                </a:solidFill>
              </a:rPr>
              <a:t>Interne Aufgabenliste · Team · Stand Mai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17999"/>
            <a:ext cx="125999" cy="251999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899999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1 · Crawl-Qualität validieren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224000"/>
            <a:ext cx="216000" cy="3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A90D9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000" y="1224000"/>
            <a:ext cx="5598000" cy="3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Coverage prüfen  —  Für jede der 96 Kommunen verifizieren, dass Klimaschutz-relevante Unterseiten erreicht wurden. 10 Kommunen manuell gegen offizielle Website abgleichen. Ergebnis: Tabelle Muni-ID · gecrawlte Seiten · relevante Seiten.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540800"/>
            <a:ext cx="216000" cy="3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A90D9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000" y="1540800"/>
            <a:ext cx="5598000" cy="3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Inhaltsrelevanz  —  Impact-Score-Verteilung analysieren, Anteil Seiten mit Score ≥ 3 dokumentieren, negative Keywords auf Treffgenauigkeit prüfen. Ergebnis: Histogramm + Schwellwert-Empfehlung.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1857600"/>
            <a:ext cx="216000" cy="3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A90D9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000" y="1857600"/>
            <a:ext cx="5598000" cy="3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Duplikate entfernen  —  Über url_canonical und Content-Hash identifizieren, aus documents_raw entfernen oder markieren. Ziel: Duplikatrate &lt; 5 %.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174400"/>
            <a:ext cx="216000" cy="3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A90D9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" y="2174400"/>
            <a:ext cx="5598000" cy="3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Segmentqualität  —  Stichprobe 50 Segmente manuell bewerten: vollständige Sätze, kein HTML-Müll, Länge 80–1500 Zeichen. Ergebnis: Qualitätsbericht als Markdown.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2491200"/>
            <a:ext cx="216000" cy="3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A90D9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000" y="2491200"/>
            <a:ext cx="5598000" cy="35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Abschlussdokument  —  Einseitiges Datenblatt: Kommunen, Dokumente, Segmente, Chunks, Zeitraum, Lücken → docs/dataset_card.md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917999"/>
            <a:ext cx="125999" cy="25199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000" y="899999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2 · Datensatz vollständig verarbeiten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2000" y="1224000"/>
            <a:ext cx="216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A90D9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6000" y="1224000"/>
            <a:ext cx="4986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Chunking abschließen  —  Tiktoken-Chunking (600 Tok / 60 Overlap) für alle 96 Kommunen. Vollständigkeitsprüfung: jedes Segment mit Score ≥ 0 besitzt einen Chunk. Ergebnis: chunks-Tabelle vollständig befüllt.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2000" y="1566000"/>
            <a:ext cx="216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A90D9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6000" y="1566000"/>
            <a:ext cx="4986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Embeddings berechnen  —  all-MiniLM-L6-v2 für alle Chunks (CPU oder HPC). Kein Chunk darf ohne Embedding bleiben. Ergebnis: embedding-Spalte lückenlos gefüllt.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000" y="1908000"/>
            <a:ext cx="216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A90D9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6000" y="1908000"/>
            <a:ext cx="4986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Ollama auf HPC  —  llama3.1:8b auf HPC-Knoten installieren und testen. extract_graph_ollama.py für alle 96 Kommunen durchlaufen lassen. Ergebnis: graph_triplets-Tabelle mit LLM-Extraktion vollständig befüllt.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8000" y="917999"/>
            <a:ext cx="14400" cy="16200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34000"/>
            <a:ext cx="12188952" cy="32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000" y="6562800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BBCC"/>
                </a:solidFill>
              </a:rPr>
              <a:t>Alle Punkte müssen vor Übergabe an die Bachelorstudierenden abgeschlossen sein · geschätzter Aufwand: 4–6 Wochen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