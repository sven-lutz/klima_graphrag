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7999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90000"/>
            <a:ext cx="10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Evaluierung und Aufbau eines GraphRAG-Systems zur Analyse kommunaler Klimaschutzmaßnahmen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68000"/>
            <a:ext cx="10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BBCC"/>
                </a:solidFill>
              </a:rPr>
              <a:t>Bachelorarbeit · Ausschreibung · Forschungsprojekt KlimaCrawler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917999"/>
            <a:ext cx="125999" cy="251999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899999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Hintergrund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70000"/>
            <a:ext cx="111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2C3E50"/>
                </a:solidFill>
              </a:rPr>
              <a:t>Im Rahmen eines laufenden Forschungsprojekts wird ein System entwickelt, das Klimaschutzinformationen aller 96 bayerischen Kommunen automatisiert erfasst, strukturiert und durchsuchbar macht. Der technische Kern kombiniert Web-Crawling, semantische Suche (RAG) und wissensbasierte Graphen. Ein prototypischer GraphRAG-Ansatz ist bereits implementiert — wissenschaftlich belastbare Evaluation und ein produktionsreifer Graph fehlen noch.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1745999"/>
            <a:ext cx="3708000" cy="19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4000" y="1763999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Teil 1 · Benchmarking  (~40 %)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1943999"/>
            <a:ext cx="3708000" cy="9000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000" y="1979999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2C3E50"/>
                </a:solidFill>
              </a:rPr>
              <a:t>▸  Goldstandard-Datensatz: 20–30 realistische Frage-Antwort-Paare zu bayerischen Klimaschutzmaßnahmen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000" y="2195999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2C3E50"/>
                </a:solidFill>
              </a:rPr>
              <a:t>▸  Systematischer Vergleich: Plain RAG · Hybrid RAG · Structured RAG · GraphRAG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000" y="2411999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2C3E50"/>
                </a:solidFill>
              </a:rPr>
              <a:t>▸  Metriken: Precision@k, Recall@k, MRR, ROUGE, BERTScore, LLM-as-Judge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000" y="2627998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2C3E50"/>
                </a:solidFill>
              </a:rPr>
              <a:t>▸  Identifikation von Stärken &amp; Grenzen des GraphRAG-Ansatzes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0" y="1745999"/>
            <a:ext cx="3708000" cy="19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2000" y="1763999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Teil 2 · Graph-Erstellung &amp; Validierung  (~40 %)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0" y="1943999"/>
            <a:ext cx="3708000" cy="9000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2000" y="1979999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2C3E50"/>
                </a:solidFill>
              </a:rPr>
              <a:t>▸  Verbesserung der LLM-basierten Extraktion von Entitäten und Relationen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2000" y="2195999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2C3E50"/>
                </a:solidFill>
              </a:rPr>
              <a:t>▸  Automatische Qualitätsprüfung der Tripel via LLM-as-Judge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2000" y="2411999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2C3E50"/>
                </a:solidFill>
              </a:rPr>
              <a:t>▸  Visuelle Inspektion &amp; manuelle Validierung (interaktive HTML-Darstellung vorhanden)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2000" y="2627998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2C3E50"/>
                </a:solidFill>
              </a:rPr>
              <a:t>▸  Dokumentation: Entitätstypen, Relationstypen, Abdeckung pro Kommune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08000" y="1745999"/>
            <a:ext cx="3708000" cy="19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0000" y="1763999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Teil 3 · Query-System  (~20 %)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08000" y="1943999"/>
            <a:ext cx="3708000" cy="9000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0000" y="1979999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2C3E50"/>
                </a:solidFill>
              </a:rPr>
              <a:t>▸  Query-Agent: Natürlichsprachige Anfragen → strukturierte Graphabfragen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000" y="2195999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2C3E50"/>
                </a:solidFill>
              </a:rPr>
              <a:t>▸  Kombinierte Antworten aus Graphstruktur und Freitext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0000" y="2411999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2C3E50"/>
                </a:solidFill>
              </a:rPr>
              <a:t>▸  Grundlage für spätere Multi-Agenten-Erweiterung (Masterarbeit)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000" y="2916000"/>
            <a:ext cx="125999" cy="251999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000" y="2898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Ausblick &amp; Voraussetzungen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000" y="3221999"/>
            <a:ext cx="21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A90D9"/>
                </a:solidFill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4000" y="3221999"/>
            <a:ext cx="1092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Ausblick: Die Arbeit legt die Grundlage für eine Multi-Agenten-Erweiterung (Masterarbeit) — spezialisierte Agenten für Retrieval, Graph-Traversal und Antwortsynthese.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000" y="3455999"/>
            <a:ext cx="21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A90D9"/>
                </a:solidFill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000" y="3455999"/>
            <a:ext cx="1092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Voraussetzungen: Python · Grundkenntnisse ML/NLP · Interesse an Wissensgraphen oder Information Retrieval · Bereitschaft, sich in bestehenden Code einzuarbeiten.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000" y="3689999"/>
            <a:ext cx="21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A90D9"/>
                </a:solidFill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4000" y="3689999"/>
            <a:ext cx="1092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Was Sie erwartet: Vollständiger Datensatz (96 Kommunen, &gt;100.000 Chunks), lauffähiger Prototyp, direkte Betreuung, klar definierter Scope.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4000"/>
            <a:ext cx="12188952" cy="324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2000" y="6562800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BBCC"/>
                </a:solidFill>
              </a:rPr>
              <a:t>Forschungsprojekt KlimaCrawler · Bachelorarbeit · ca. 6 Monate · Beginn nach Abschluss der Vorarbeiten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